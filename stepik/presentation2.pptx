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8" r:id="rId3"/>
    <p:sldId id="260" r:id="rId4"/>
    <p:sldId id="261" r:id="rId5"/>
    <p:sldId id="262" r:id="rId6"/>
    <p:sldId id="265" r:id="rId7"/>
    <p:sldId id="267" r:id="rId8"/>
    <p:sldId id="266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d6fc6966d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34d6fc6966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9785BB82-6DBB-B7B2-9EF8-76294D56C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>
            <a:extLst>
              <a:ext uri="{FF2B5EF4-FFF2-40B4-BE49-F238E27FC236}">
                <a16:creationId xmlns:a16="http://schemas.microsoft.com/office/drawing/2014/main" id="{04FB32C3-BE8F-56DA-0EC4-8254AF8964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>
            <a:extLst>
              <a:ext uri="{FF2B5EF4-FFF2-40B4-BE49-F238E27FC236}">
                <a16:creationId xmlns:a16="http://schemas.microsoft.com/office/drawing/2014/main" id="{AF6650E8-7BBB-1E62-0182-3DD550C738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554711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524000" y="2149973"/>
            <a:ext cx="61623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ru-RU" sz="2400" dirty="0"/>
              <a:t>Защита ПК/телефона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2621095" y="5601469"/>
            <a:ext cx="64366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Российский университет дружбы народов, Москва, Россия</a:t>
            </a:r>
            <a:r>
              <a:rPr lang="ru-RU" sz="1800" b="0" i="0" u="none" strike="noStrike" cap="none" dirty="0"/>
              <a:t> </a:t>
            </a:r>
            <a:endParaRPr sz="48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8210550" y="3926285"/>
            <a:ext cx="3545238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Работу выполнил: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Смольняков Данил Евгеньевич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НБИбд-0</a:t>
            </a: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-24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Цель работы</a:t>
            </a:r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ru-RU" dirty="0"/>
              <a:t>Освоение методов физической и логической защиты устройств: шифрование данных, управление паролями, защита от фишинга и вредоносного ПО.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b="1" dirty="0"/>
              <a:t>Шифрование диска</a:t>
            </a:r>
            <a:endParaRPr lang="ru-RU" dirty="0"/>
          </a:p>
        </p:txBody>
      </p:sp>
      <p:sp>
        <p:nvSpPr>
          <p:cNvPr id="110" name="Google Shape;110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Рассмотрены программы </a:t>
            </a:r>
            <a:r>
              <a:rPr lang="ru-RU" dirty="0" err="1"/>
              <a:t>BitLocker</a:t>
            </a:r>
            <a:r>
              <a:rPr lang="ru-RU" dirty="0"/>
              <a:t>, </a:t>
            </a:r>
            <a:r>
              <a:rPr lang="ru-RU" dirty="0" err="1"/>
              <a:t>VeraCrypt</a:t>
            </a:r>
            <a:r>
              <a:rPr lang="ru-RU" dirty="0"/>
              <a:t> и Disk Utility. Выяснено, что шифрование диска базируется на симметричных алгоритмах. Это позволяет защитить всю информацию на носителе, включая загрузочный сектор.</a:t>
            </a:r>
            <a:endParaRPr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656F3ED-942C-D612-4AC5-1C8B7476BD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40" y="3648075"/>
            <a:ext cx="5284470" cy="320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b="1" dirty="0"/>
              <a:t>Пароли</a:t>
            </a:r>
            <a:endParaRPr lang="ru-RU" dirty="0"/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Стойким считается длинный пароль с использованием разных регистров и спецсимволов. На стороне сервера пароли должны храниться в виде хэшей с использованием «соли», чтобы предотвратить взлом базы данных методом перебора.</a:t>
            </a:r>
            <a:endParaRPr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66BCFAD-1FFD-57A6-56D4-0BFC385988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425" y="4001294"/>
            <a:ext cx="6153150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b="1" dirty="0"/>
              <a:t>Фишинг</a:t>
            </a:r>
            <a:endParaRPr lang="ru-RU" dirty="0"/>
          </a:p>
        </p:txBody>
      </p:sp>
      <p:sp>
        <p:nvSpPr>
          <p:cNvPr id="124" name="Google Shape;124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В данном пункте изучены способы подмены доменных имен и </a:t>
            </a:r>
            <a:r>
              <a:rPr lang="ru-RU" dirty="0" err="1"/>
              <a:t>Email</a:t>
            </a:r>
            <a:r>
              <a:rPr lang="ru-RU" dirty="0"/>
              <a:t>-спуфинг. Фишинговые письма могут приходить со знакомых адресов в случае их взлома или подмены заголовка письма.</a:t>
            </a:r>
            <a:endParaRPr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C8BB2C6-FD9D-F853-6692-18C428C3F7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327" y="3568700"/>
            <a:ext cx="5452745" cy="292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ru-RU" b="1" dirty="0"/>
              <a:t>Вирусы. Примеры</a:t>
            </a:r>
            <a:endParaRPr dirty="0"/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38200" y="1425526"/>
            <a:ext cx="10632600" cy="35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dirty="0"/>
              <a:t>Особое внимание уделено троянам, которые маскируются под легитимное ПО. Выяснено отличие вирусов от других типов угроз и способы их первичного обнаружения.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51BFEDF-2243-5EB3-9E55-C1C25C23FB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175" y="3207601"/>
            <a:ext cx="5295900" cy="294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64A98DEC-3427-C21B-F575-C01BE345A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>
            <a:extLst>
              <a:ext uri="{FF2B5EF4-FFF2-40B4-BE49-F238E27FC236}">
                <a16:creationId xmlns:a16="http://schemas.microsoft.com/office/drawing/2014/main" id="{F9C69A8B-CB94-98C7-B20C-96C511F551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ru-RU" b="1" dirty="0"/>
              <a:t>Безопасность мессенджеров</a:t>
            </a:r>
            <a:endParaRPr dirty="0"/>
          </a:p>
        </p:txBody>
      </p:sp>
      <p:sp>
        <p:nvSpPr>
          <p:cNvPr id="145" name="Google Shape;145;p22">
            <a:extLst>
              <a:ext uri="{FF2B5EF4-FFF2-40B4-BE49-F238E27FC236}">
                <a16:creationId xmlns:a16="http://schemas.microsoft.com/office/drawing/2014/main" id="{6258E253-CC75-5931-7718-0CFEE5C823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9700" y="1875231"/>
            <a:ext cx="10632600" cy="35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dirty="0"/>
              <a:t>Рассмотрен протокол </a:t>
            </a:r>
            <a:r>
              <a:rPr lang="ru-RU" dirty="0" err="1"/>
              <a:t>Signal</a:t>
            </a:r>
            <a:r>
              <a:rPr lang="ru-RU" dirty="0"/>
              <a:t> и его механизм обновления ключей для каждого сообщения. Суть E2EE заключается в том, что данные передаются через серверы в зашифрованном виде, а ключи для расшифровки есть только у конечных устройств.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A4ACD44-D400-5E1C-04FE-23C99C7BDE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862993"/>
            <a:ext cx="6134100" cy="3038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87112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Заключение</a:t>
            </a:r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ru-RU"/>
              <a:t>Изучены практические способы защиты персональных устройств и данных от кражи и несанкционированного доступа.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218</Words>
  <Application>Microsoft Office PowerPoint</Application>
  <PresentationFormat>Широкоэкранный</PresentationFormat>
  <Paragraphs>19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Calibri</vt:lpstr>
      <vt:lpstr>Тема Office</vt:lpstr>
      <vt:lpstr>Защита ПК/телефона</vt:lpstr>
      <vt:lpstr>Цель работы</vt:lpstr>
      <vt:lpstr>Шифрование диска</vt:lpstr>
      <vt:lpstr>Пароли</vt:lpstr>
      <vt:lpstr>Фишинг</vt:lpstr>
      <vt:lpstr>Вирусы. Примеры</vt:lpstr>
      <vt:lpstr>Безопасность мессенджеров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Данил Смольняков</cp:lastModifiedBy>
  <cp:revision>13</cp:revision>
  <dcterms:modified xsi:type="dcterms:W3CDTF">2026-05-16T20:15:36Z</dcterms:modified>
</cp:coreProperties>
</file>