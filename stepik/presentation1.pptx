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8" r:id="rId3"/>
    <p:sldId id="260" r:id="rId4"/>
    <p:sldId id="261" r:id="rId5"/>
    <p:sldId id="262" r:id="rId6"/>
    <p:sldId id="265" r:id="rId7"/>
    <p:sldId id="266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d6fc6966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4d6fc6966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2149973"/>
            <a:ext cx="61623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ru-RU" sz="2400" dirty="0"/>
              <a:t>Безопасность в сети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2621095" y="5601469"/>
            <a:ext cx="64366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Российский университет дружбы народов, Москва, Россия</a:t>
            </a:r>
            <a:r>
              <a:rPr lang="ru-RU" sz="1800" b="0" i="0" u="none" strike="noStrike" cap="none" dirty="0"/>
              <a:t> </a:t>
            </a:r>
            <a:endParaRPr sz="4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210550" y="3926285"/>
            <a:ext cx="354523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Работу выполнил: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Смольняков Данил Евгеньевич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НБИбд-0</a:t>
            </a: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Цель работы</a:t>
            </a:r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 dirty="0"/>
              <a:t>Изучение основ функционирования интернета, протоколов прикладного и транспортного уровней, механизмов персонализации через </a:t>
            </a:r>
            <a:r>
              <a:rPr lang="ru-RU" dirty="0" err="1"/>
              <a:t>Cookies</a:t>
            </a:r>
            <a:r>
              <a:rPr lang="ru-RU" dirty="0"/>
              <a:t>, а также инструментов анонимизации и защиты беспроводных сетей.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b="1" dirty="0"/>
              <a:t>Как работает интернет</a:t>
            </a:r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838200" y="133588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 dirty="0"/>
              <a:t>В данном пункте рассматривалась иерархия уровней сетевого взаимодействия. Установлено, что HTTPS работает на прикладном уровне, а TCP — на транспортном. DNS выполняет роль преобразователя доменных имен в IP-адреса. Также определено, что HTTPS является защищенной версией HTTP за счет использования TLS-рукопожатия.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F52B521-1AD5-310A-ADBF-C41063900D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067" y="3876675"/>
            <a:ext cx="5307965" cy="29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b="1" dirty="0"/>
              <a:t>Персонализация сети</a:t>
            </a:r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838200" y="14827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В этом подразделе изучена структура сети </a:t>
            </a:r>
            <a:r>
              <a:rPr lang="ru-RU" dirty="0" err="1"/>
              <a:t>Tor</a:t>
            </a:r>
            <a:r>
              <a:rPr lang="ru-RU" dirty="0"/>
              <a:t>. Цепочка состоит из 3 узлов (входной, промежуточный, выходной). Выяснено, что IP-адрес получателя виден только отправителю и выходному узлу, а шифрование происходит послойно для каждого узла цепочки.</a:t>
            </a:r>
            <a:endParaRPr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A31F380-6AC3-8F43-C5D6-BE0E784FF8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72" y="3543300"/>
            <a:ext cx="5424805" cy="331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b="1" dirty="0"/>
              <a:t>Браузер TOR. Анонимизация</a:t>
            </a:r>
            <a:endParaRPr lang="ru-RU" dirty="0"/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838200" y="15398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 dirty="0"/>
              <a:t>В этом подразделе изучена структура сети </a:t>
            </a:r>
            <a:r>
              <a:rPr lang="ru-RU" dirty="0" err="1"/>
              <a:t>Tor</a:t>
            </a:r>
            <a:r>
              <a:rPr lang="ru-RU" dirty="0"/>
              <a:t>. Цепочка состоит из 3 узлов (входной, промежуточный, выходной). Выяснено, что IP-адрес получателя виден только отправителю и выходному узлу, а шифрование происходит послойно для каждого узла цепочки.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BFBDD66-D8F6-715B-10A8-4B6EE65A1D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545" y="3695700"/>
            <a:ext cx="5401310" cy="316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ru-RU" b="1" dirty="0"/>
              <a:t>Беспроводные сети </a:t>
            </a:r>
            <a:r>
              <a:rPr lang="ru-RU" b="1" dirty="0" err="1"/>
              <a:t>Wi</a:t>
            </a:r>
            <a:r>
              <a:rPr lang="ru-RU" b="1" dirty="0"/>
              <a:t>-Fi</a:t>
            </a:r>
            <a:endParaRPr dirty="0"/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38200" y="1425526"/>
            <a:ext cx="10632600" cy="3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dirty="0"/>
              <a:t>Рассмотрены уровни работы </a:t>
            </a:r>
            <a:r>
              <a:rPr lang="ru-RU" dirty="0" err="1"/>
              <a:t>Wi</a:t>
            </a:r>
            <a:r>
              <a:rPr lang="ru-RU" dirty="0"/>
              <a:t>-Fi (канальный) и протоколы защиты. Установлено, что стандарт WEP является небезопасным. Для домашних сетей оптимальным является стандарт WPA2 Personal, обеспечивающий шифрование трафика после аутентификации.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CCAD782-BEF2-3AA9-FC6F-8910B0B79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343400"/>
            <a:ext cx="6153150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Заключение</a:t>
            </a:r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 dirty="0"/>
              <a:t>В ходе раздела изучены базовые принципы сетевой безопасности и защиты передаваемых данных.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234</Words>
  <Application>Microsoft Office PowerPoint</Application>
  <PresentationFormat>Широкоэкранный</PresentationFormat>
  <Paragraphs>17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Тема Office</vt:lpstr>
      <vt:lpstr>Безопасность в сети</vt:lpstr>
      <vt:lpstr>Цель работы</vt:lpstr>
      <vt:lpstr>Как работает интернет</vt:lpstr>
      <vt:lpstr>Персонализация сети</vt:lpstr>
      <vt:lpstr>Браузер TOR. Анонимизация</vt:lpstr>
      <vt:lpstr>Беспроводные сети Wi-Fi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Данил Смольняков</cp:lastModifiedBy>
  <cp:revision>14</cp:revision>
  <dcterms:modified xsi:type="dcterms:W3CDTF">2026-05-16T20:12:47Z</dcterms:modified>
</cp:coreProperties>
</file>