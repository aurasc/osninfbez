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5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2149972"/>
            <a:ext cx="6162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Криптография на практике</a:t>
            </a:r>
            <a:endParaRPr lang="ru-RU" sz="1000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Изучение криптографических примитивов, механизмов электронной подписи, защиты финансовых транзакций и принципов работы блокчейн-систем.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Введение в криптографию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Изучены свойства хэш-функций: фиксированная длина выхода и стойкость к коллизиям. Протокол Диффи-Хеллмана определен как асимметричный способ генерации общего секретного ключа.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997F0E-F3C5-5009-EE77-00DE8BD50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883025"/>
            <a:ext cx="615315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Цифровая подпись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Цифровая подпись обеспечивает целостность и авторство, но не конфиденциальность. Выяснено, что для государственных услуг (ФНС) требуется усиленная квалифицированная подпись (УКЭП), выдаваемая в Удостоверяющих центрах.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57F4CA5-E584-9777-84BE-97AC4EABA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70" y="3549650"/>
            <a:ext cx="552831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b="1" dirty="0"/>
              <a:t>Электронные платежи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Рассмотрены факторы аутентификации (знание, владение, биометрия). Установлено, что онлайн-платежи защищаются многофакторной проверкой перед банком-эмитентом. Также идентифицированы основные платежные системы (Мир, MasterCard и др.).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D711E36-CB8C-43BD-72A9-6B4AAEA27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05212"/>
            <a:ext cx="615315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Блокчейн</a:t>
            </a:r>
            <a:endParaRPr lang="ru-RU"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Блокчейн использует цифровые подписи для подтверждения владения активами. Консенсус (например, </a:t>
            </a:r>
            <a:r>
              <a:rPr lang="ru-RU" dirty="0" err="1"/>
              <a:t>Proof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Work) основывается на сложности нахождения прообраза хэш-функции. Свойствами консенсуса являются живучесть и постоянство.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A5189C-AC41-BB2D-342A-BFEF066CD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7" y="3905250"/>
            <a:ext cx="614362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/>
              <a:t>В ходе раздела были получены знания о применении криптографии в реальных финансовых и информационных системах.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179</Words>
  <Application>Microsoft Office PowerPoint</Application>
  <PresentationFormat>Широкоэкранный</PresentationFormat>
  <Paragraphs>17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Криптография на практике</vt:lpstr>
      <vt:lpstr>Цель работы</vt:lpstr>
      <vt:lpstr>Введение в криптографию</vt:lpstr>
      <vt:lpstr>Цифровая подпись</vt:lpstr>
      <vt:lpstr>Электронные платежи</vt:lpstr>
      <vt:lpstr>Блокчейн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13</cp:revision>
  <dcterms:modified xsi:type="dcterms:W3CDTF">2026-05-16T20:18:13Z</dcterms:modified>
</cp:coreProperties>
</file>