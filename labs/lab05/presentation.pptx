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983775"/>
            <a:ext cx="6162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Исследование механизмов </a:t>
            </a:r>
            <a:r>
              <a:rPr lang="ru-RU" sz="2400" dirty="0" err="1"/>
              <a:t>SetUID</a:t>
            </a:r>
            <a:r>
              <a:rPr lang="ru-RU" sz="2400" dirty="0"/>
              <a:t>, </a:t>
            </a:r>
            <a:r>
              <a:rPr lang="ru-RU" sz="2400" dirty="0" err="1"/>
              <a:t>SetGID</a:t>
            </a:r>
            <a:r>
              <a:rPr lang="ru-RU" sz="2400" dirty="0"/>
              <a:t> и </a:t>
            </a:r>
            <a:r>
              <a:rPr lang="ru-RU" sz="2400" dirty="0" err="1"/>
              <a:t>Sticky</a:t>
            </a:r>
            <a:r>
              <a:rPr lang="ru-RU" sz="2400" dirty="0"/>
              <a:t>-битов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atinLnBrk="1"/>
            <a:r>
              <a:rPr lang="ru-RU" dirty="0"/>
              <a:t>Изучение механизмов изменения идентификаторов процессов</a:t>
            </a:r>
          </a:p>
          <a:p>
            <a:pPr latinLnBrk="1"/>
            <a:r>
              <a:rPr lang="ru-RU" dirty="0"/>
              <a:t>Применение </a:t>
            </a:r>
            <a:r>
              <a:rPr lang="ru-RU" dirty="0" err="1"/>
              <a:t>SetUID</a:t>
            </a:r>
            <a:r>
              <a:rPr lang="ru-RU" dirty="0"/>
              <a:t>-, </a:t>
            </a:r>
            <a:r>
              <a:rPr lang="ru-RU" dirty="0" err="1"/>
              <a:t>SetGID</a:t>
            </a:r>
            <a:r>
              <a:rPr lang="ru-RU" dirty="0"/>
              <a:t>- и </a:t>
            </a:r>
            <a:r>
              <a:rPr lang="ru-RU" dirty="0" err="1"/>
              <a:t>Sticky</a:t>
            </a:r>
            <a:r>
              <a:rPr lang="ru-RU" dirty="0"/>
              <a:t>-битов</a:t>
            </a:r>
          </a:p>
          <a:p>
            <a:pPr latinLnBrk="1"/>
            <a:r>
              <a:rPr lang="ru-RU" dirty="0"/>
              <a:t>Получение практических навыков работы с дополнительными атрибутами файлов в ОС Linux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Создание и компиляция программы simpleid2.c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Создание файла simpleid2.c с программой для вывода реальных и эффективных идентификаторов, компиляция и запуск до установки </a:t>
            </a:r>
            <a:r>
              <a:rPr lang="ru-RU" dirty="0" err="1"/>
              <a:t>SetUID</a:t>
            </a:r>
            <a:r>
              <a:rPr lang="ru-RU" dirty="0"/>
              <a:t>-бита: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5C9CC0-DA36-CD4D-0E25-9B7486ADF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239316"/>
            <a:ext cx="7672203" cy="1497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</a:t>
            </a:r>
            <a:r>
              <a:rPr lang="ru-RU" dirty="0" err="1"/>
              <a:t>SetUID</a:t>
            </a:r>
            <a:r>
              <a:rPr lang="ru-RU" dirty="0"/>
              <a:t>-бита и проверка атрибутов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Смена владельца на </a:t>
            </a:r>
            <a:r>
              <a:rPr lang="ru-RU" dirty="0" err="1"/>
              <a:t>root</a:t>
            </a:r>
            <a:r>
              <a:rPr lang="ru-RU" dirty="0"/>
              <a:t>, установка </a:t>
            </a:r>
            <a:r>
              <a:rPr lang="ru-RU" dirty="0" err="1"/>
              <a:t>SetUID</a:t>
            </a:r>
            <a:r>
              <a:rPr lang="ru-RU" dirty="0"/>
              <a:t>-бита, проверка атрибутов файла и запуск программы с демонстрацией изменения эффективного UID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AF244A-33BB-01BB-E3FD-EA1854992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87264"/>
            <a:ext cx="5039428" cy="31246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Программа </a:t>
            </a:r>
            <a:r>
              <a:rPr lang="ru-RU" dirty="0" err="1"/>
              <a:t>readfile.c</a:t>
            </a:r>
            <a:r>
              <a:rPr lang="ru-RU" dirty="0"/>
              <a:t> и чтение защищённого файла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Создание программы </a:t>
            </a:r>
            <a:r>
              <a:rPr lang="ru-RU" dirty="0" err="1"/>
              <a:t>readfile.c</a:t>
            </a:r>
            <a:r>
              <a:rPr lang="ru-RU" dirty="0"/>
              <a:t>, компиляция, создание защищённого файла (600, владелец </a:t>
            </a:r>
            <a:r>
              <a:rPr lang="ru-RU" dirty="0" err="1"/>
              <a:t>root</a:t>
            </a:r>
            <a:r>
              <a:rPr lang="ru-RU" dirty="0"/>
              <a:t>), установка </a:t>
            </a:r>
            <a:r>
              <a:rPr lang="ru-RU" dirty="0" err="1"/>
              <a:t>SetUID</a:t>
            </a:r>
            <a:r>
              <a:rPr lang="ru-RU" dirty="0"/>
              <a:t> на </a:t>
            </a:r>
            <a:r>
              <a:rPr lang="ru-RU" dirty="0" err="1"/>
              <a:t>readfile</a:t>
            </a:r>
            <a:r>
              <a:rPr lang="ru-RU" dirty="0"/>
              <a:t> и успешное чтение файла, который обычный пользователь читать не может.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6FF0B7-7A3B-B429-27D6-DBEEE89FA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20172"/>
            <a:ext cx="8559753" cy="1056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Исследование </a:t>
            </a:r>
            <a:r>
              <a:rPr lang="en-US" dirty="0"/>
              <a:t>Sticky-</a:t>
            </a:r>
            <a:r>
              <a:rPr lang="ru-RU" dirty="0"/>
              <a:t>бита на /</a:t>
            </a:r>
            <a:r>
              <a:rPr lang="en-US" dirty="0" err="1"/>
              <a:t>tmp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Проверка </a:t>
            </a:r>
            <a:r>
              <a:rPr lang="ru-RU" dirty="0" err="1"/>
              <a:t>Sticky</a:t>
            </a:r>
            <a:r>
              <a:rPr lang="ru-RU" dirty="0"/>
              <a:t>-бита на /</a:t>
            </a:r>
            <a:r>
              <a:rPr lang="ru-RU" dirty="0" err="1"/>
              <a:t>tmp</a:t>
            </a:r>
            <a:r>
              <a:rPr lang="ru-RU" dirty="0"/>
              <a:t>, создание файла от </a:t>
            </a:r>
            <a:r>
              <a:rPr lang="ru-RU" dirty="0" err="1"/>
              <a:t>guest</a:t>
            </a:r>
            <a:r>
              <a:rPr lang="ru-RU" dirty="0"/>
              <a:t>, попытка удалить файл от guest2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768134-9E4D-F736-1BC7-26DB5ABFD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751088"/>
            <a:ext cx="6601729" cy="3095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Снятие </a:t>
            </a:r>
            <a:r>
              <a:rPr lang="ru-RU" dirty="0" err="1"/>
              <a:t>Sticky</a:t>
            </a:r>
            <a:r>
              <a:rPr lang="ru-RU" dirty="0"/>
              <a:t>-бита и повторное удаление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Снятие </a:t>
            </a:r>
            <a:r>
              <a:rPr lang="ru-RU" dirty="0" err="1"/>
              <a:t>Sticky</a:t>
            </a:r>
            <a:r>
              <a:rPr lang="ru-RU" dirty="0"/>
              <a:t>-бита с /</a:t>
            </a:r>
            <a:r>
              <a:rPr lang="ru-RU" dirty="0" err="1"/>
              <a:t>tmp</a:t>
            </a:r>
            <a:r>
              <a:rPr lang="ru-RU" dirty="0"/>
              <a:t> от </a:t>
            </a:r>
            <a:r>
              <a:rPr lang="ru-RU" dirty="0" err="1"/>
              <a:t>root</a:t>
            </a:r>
            <a:r>
              <a:rPr lang="ru-RU" dirty="0"/>
              <a:t>, проверка атрибутов, повторная попытка удалить файл от guest2 — теперь успешно.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89C8F3-05D8-44EA-801D-6143FCDB9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51089"/>
            <a:ext cx="6460924" cy="35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лабораторной работы были изучены механизмы </a:t>
            </a:r>
            <a:r>
              <a:rPr lang="ru-RU" dirty="0" err="1"/>
              <a:t>SetUID</a:t>
            </a:r>
            <a:r>
              <a:rPr lang="ru-RU" dirty="0"/>
              <a:t>, </a:t>
            </a:r>
            <a:r>
              <a:rPr lang="ru-RU" dirty="0" err="1"/>
              <a:t>SetGID</a:t>
            </a:r>
            <a:r>
              <a:rPr lang="ru-RU" dirty="0"/>
              <a:t> и </a:t>
            </a:r>
            <a:r>
              <a:rPr lang="ru-RU" dirty="0" err="1"/>
              <a:t>Sticky</a:t>
            </a:r>
            <a:r>
              <a:rPr lang="ru-RU" dirty="0"/>
              <a:t>-битов.</a:t>
            </a:r>
          </a:p>
          <a:p>
            <a:r>
              <a:rPr lang="ru-RU" dirty="0"/>
              <a:t>**</a:t>
            </a:r>
            <a:r>
              <a:rPr lang="ru-RU" dirty="0" err="1"/>
              <a:t>SetUID</a:t>
            </a:r>
            <a:r>
              <a:rPr lang="ru-RU" dirty="0"/>
              <a:t>** позволяет процессу выполняться с правами владельца файла (`</a:t>
            </a:r>
            <a:r>
              <a:rPr lang="ru-RU" dirty="0" err="1"/>
              <a:t>e_uid</a:t>
            </a:r>
            <a:r>
              <a:rPr lang="ru-RU" dirty="0"/>
              <a:t>=0`).</a:t>
            </a:r>
          </a:p>
          <a:p>
            <a:r>
              <a:rPr lang="ru-RU" dirty="0"/>
              <a:t>**</a:t>
            </a:r>
            <a:r>
              <a:rPr lang="ru-RU" dirty="0" err="1"/>
              <a:t>Sticky</a:t>
            </a:r>
            <a:r>
              <a:rPr lang="ru-RU" dirty="0"/>
              <a:t>-бит** на директории `/</a:t>
            </a:r>
            <a:r>
              <a:rPr lang="ru-RU" dirty="0" err="1"/>
              <a:t>tmp</a:t>
            </a:r>
            <a:r>
              <a:rPr lang="ru-RU" dirty="0"/>
              <a:t>` запрещает удаление файлов пользователям, не являющимся их владельцами.</a:t>
            </a:r>
          </a:p>
          <a:p>
            <a:r>
              <a:rPr lang="ru-RU"/>
              <a:t>После </a:t>
            </a:r>
            <a:r>
              <a:rPr lang="ru-RU" dirty="0"/>
              <a:t>снятия </a:t>
            </a:r>
            <a:r>
              <a:rPr lang="ru-RU" dirty="0" err="1"/>
              <a:t>Sticky</a:t>
            </a:r>
            <a:r>
              <a:rPr lang="ru-RU" dirty="0"/>
              <a:t>-бита удаление файла стало возможным для любого пользователя с правами на запись в директорию.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284</Words>
  <Application>Microsoft Office PowerPoint</Application>
  <PresentationFormat>Широкоэкранный</PresentationFormat>
  <Paragraphs>30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Исследование механизмов SetUID, SetGID и Sticky-битов</vt:lpstr>
      <vt:lpstr>Цель работы</vt:lpstr>
      <vt:lpstr>Техническое обеспечение</vt:lpstr>
      <vt:lpstr>Создание и компиляция программы simpleid2.c</vt:lpstr>
      <vt:lpstr>Установка SetUID-бита и проверка атрибутов</vt:lpstr>
      <vt:lpstr>Программа readfile.c и чтение защищённого файла</vt:lpstr>
      <vt:lpstr>Исследование Sticky-бита на /tmp</vt:lpstr>
      <vt:lpstr>Снятие Sticky-бита и повторное удаление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9</cp:revision>
  <dcterms:modified xsi:type="dcterms:W3CDTF">2026-04-18T20:09:12Z</dcterms:modified>
</cp:coreProperties>
</file>