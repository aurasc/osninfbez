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8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9785BB82-6DBB-B7B2-9EF8-76294D56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FB32C3-BE8F-56DA-0EC4-8254AF896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AF6650E8-7BBB-1E62-0182-3DD550C73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471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DBFB7B4E-857F-7BBA-8EDB-9D793A9E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6FA61321-11A1-BD2C-9C7F-E8D8DE350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2BF57EA5-44A5-3E40-14BF-8C5CCD917B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2279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983775"/>
            <a:ext cx="61623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atinLnBrk="1"/>
            <a:r>
              <a:rPr lang="ru-RU" sz="2400" dirty="0"/>
              <a:t>Шифрование различных исходных текстов одним ключом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25539" y="389630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НБИбд-02-24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atinLnBrk="1"/>
            <a:r>
              <a:rPr lang="ru-RU" dirty="0"/>
              <a:t>Освоить на практике применение режима однократного гаммирования на примере кодирования различных исходных текстов одним ключом</a:t>
            </a:r>
          </a:p>
          <a:p>
            <a:pPr latinLnBrk="1"/>
            <a:r>
              <a:rPr lang="ru-RU" dirty="0"/>
              <a:t>Научиться восстанавливать один из текстов, зная другой текст и оба </a:t>
            </a:r>
            <a:r>
              <a:rPr lang="ru-RU" dirty="0" err="1"/>
              <a:t>шифротекста</a:t>
            </a:r>
            <a:r>
              <a:rPr lang="ru-RU" dirty="0"/>
              <a:t> (без знания ключа)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Код программы (xor_two_texts.py)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Разработка приложения на Python для шифрования двух текстов одним ключом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680E97-D35E-2EFF-D838-81E90B1C5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12" y="2891736"/>
            <a:ext cx="5306427" cy="39662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Запуск программы с исходными данными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Шифрование двух текстов P1 и P2 одним ключом K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B196F5-3022-7590-EA63-9FD211630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40126"/>
            <a:ext cx="4436021" cy="40527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Восстановление второго текста без ключа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Используя формулу C1 ⊕ C2 ⊕ P1 = P2, восстановлен текст P2 без знания ключа</a:t>
            </a:r>
            <a:endParaRPr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DF88D14-8A9B-1AFB-04E6-1DA11D65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14137"/>
            <a:ext cx="6001588" cy="2962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Проверка свойства C1 ⊕ C2 = P1 ⊕ P2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Доказано, что операция XOR сокращает ключ: C1 ⊕ C2 = (P1⊕K) ⊕ (P2⊕K) = P1⊕P2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DB5DA9-493A-0FB9-5A02-67475886F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106449"/>
            <a:ext cx="5868219" cy="28864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64A98DEC-3427-C21B-F575-C01BE345A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F9C69A8B-CB94-98C7-B20C-96C511F551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Итеративное восстановление текста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6258E253-CC75-5931-7718-0CFEE5C82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9700" y="1875231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Демонстрация пошагового восстановления, когда известна только часть текста-шаблона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B7046B-BF83-5679-FCA8-D5FF34695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00" y="2820128"/>
            <a:ext cx="4766661" cy="388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1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8DFC2C68-D007-66B0-97CD-61728867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>
            <a:extLst>
              <a:ext uri="{FF2B5EF4-FFF2-40B4-BE49-F238E27FC236}">
                <a16:creationId xmlns:a16="http://schemas.microsoft.com/office/drawing/2014/main" id="{675E1E59-C729-03A9-0360-9B84CA94B2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Контрольные вопросы</a:t>
            </a:r>
            <a:endParaRPr dirty="0"/>
          </a:p>
        </p:txBody>
      </p:sp>
      <p:sp>
        <p:nvSpPr>
          <p:cNvPr id="145" name="Google Shape;145;p22">
            <a:extLst>
              <a:ext uri="{FF2B5EF4-FFF2-40B4-BE49-F238E27FC236}">
                <a16:creationId xmlns:a16="http://schemas.microsoft.com/office/drawing/2014/main" id="{DAC53C92-194F-097B-0D6A-690368788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79700" y="1425526"/>
            <a:ext cx="10632600" cy="529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ru-RU" sz="1050" dirty="0"/>
              <a:t>1. Как, зная один из текстов (P1 или P2), определить другой, не зная при этом ключа?</a:t>
            </a:r>
          </a:p>
          <a:p>
            <a:pPr marL="114300" indent="0">
              <a:buNone/>
            </a:pPr>
            <a:r>
              <a:rPr lang="ru-RU" sz="1050" dirty="0"/>
              <a:t>Используя свойство XOR: C1 ⊕ C2 = P1 ⊕ P2. Зная P1, C1 и C2, можно найти P2 = C1 ⊕ C2 ⊕ P1</a:t>
            </a:r>
          </a:p>
          <a:p>
            <a:pPr marL="114300" indent="0">
              <a:buNone/>
            </a:pPr>
            <a:r>
              <a:rPr lang="ru-RU" sz="1050" dirty="0"/>
              <a:t>2. Что будет при повторном использовании ключа при шифровании текста?</a:t>
            </a:r>
          </a:p>
          <a:p>
            <a:pPr marL="114300" indent="0">
              <a:buNone/>
            </a:pPr>
            <a:r>
              <a:rPr lang="ru-RU" sz="1050" dirty="0"/>
              <a:t>При повторном использовании ключа теряется абсолютная стойкость шифра. Если один и тот же ключ используется для шифрования двух разных сообщений, злоумышленник может получить XOR этих сообщений: P1 ⊕ P2 = C1 ⊕ C2. Зная или угадав одно из сообщений, он восстановит второе.</a:t>
            </a:r>
          </a:p>
          <a:p>
            <a:pPr marL="114300" indent="0">
              <a:buNone/>
            </a:pPr>
            <a:r>
              <a:rPr lang="ru-RU" sz="1050" dirty="0"/>
              <a:t>3. Как реализуется режим шифрования однократного гаммирования одним ключом двух открытых текстов?</a:t>
            </a:r>
          </a:p>
          <a:p>
            <a:pPr marL="114300" indent="0">
              <a:buNone/>
            </a:pPr>
            <a:r>
              <a:rPr lang="ru-RU" sz="1050" dirty="0"/>
              <a:t>Два открытых текста P1 и P2 одинаковой длины шифруются одним и тем же ключом K:</a:t>
            </a:r>
          </a:p>
          <a:p>
            <a:pPr marL="114300" indent="0">
              <a:buNone/>
            </a:pPr>
            <a:r>
              <a:rPr lang="ru-RU" sz="1050" dirty="0"/>
              <a:t>C1 = P1 ⊕ K</a:t>
            </a:r>
          </a:p>
          <a:p>
            <a:pPr marL="114300" indent="0">
              <a:buNone/>
            </a:pPr>
            <a:r>
              <a:rPr lang="ru-RU" sz="1050" dirty="0"/>
              <a:t>C2 = P2 ⊕ K</a:t>
            </a:r>
          </a:p>
          <a:p>
            <a:pPr marL="114300" indent="0">
              <a:buNone/>
            </a:pPr>
            <a:r>
              <a:rPr lang="ru-RU" sz="1050" dirty="0" err="1"/>
              <a:t>Шифротексты</a:t>
            </a:r>
            <a:r>
              <a:rPr lang="ru-RU" sz="1050" dirty="0"/>
              <a:t> C1 и C2 передаются получателю.</a:t>
            </a:r>
          </a:p>
          <a:p>
            <a:pPr marL="114300" indent="0">
              <a:buNone/>
            </a:pPr>
            <a:r>
              <a:rPr lang="ru-RU" sz="1050" dirty="0"/>
              <a:t>4. Перечислите недостатки шифрования одним ключом двух открытых текстов</a:t>
            </a:r>
          </a:p>
          <a:p>
            <a:pPr marL="114300" indent="0">
              <a:buNone/>
            </a:pPr>
            <a:r>
              <a:rPr lang="ru-RU" sz="1050" dirty="0"/>
              <a:t>Компрометация текстов: Если один текст становится известен, второй легко восстанавливается</a:t>
            </a:r>
          </a:p>
          <a:p>
            <a:pPr marL="114300" indent="0">
              <a:buNone/>
            </a:pPr>
            <a:r>
              <a:rPr lang="ru-RU" sz="1050" dirty="0"/>
              <a:t>Потеря абсолютной стойкости: Шифр перестаёт быть абсолютно стойким</a:t>
            </a:r>
          </a:p>
          <a:p>
            <a:pPr marL="114300" indent="0">
              <a:buNone/>
            </a:pPr>
            <a:r>
              <a:rPr lang="ru-RU" sz="1050" dirty="0"/>
              <a:t>Возможность криптоанализа: Злоумышленник получает P1 ⊕ P2, что даёт информацию для статистического анализа</a:t>
            </a:r>
          </a:p>
          <a:p>
            <a:pPr marL="114300" indent="0">
              <a:buNone/>
            </a:pPr>
            <a:r>
              <a:rPr lang="ru-RU" sz="1050" dirty="0"/>
              <a:t>Требование одинаковой длины: Тексты должны быть одной длины (или ключ должен быть не короче каждого текста)</a:t>
            </a:r>
          </a:p>
          <a:p>
            <a:pPr marL="114300" indent="0">
              <a:buNone/>
            </a:pPr>
            <a:r>
              <a:rPr lang="ru-RU" sz="1050" dirty="0"/>
              <a:t>5. Перечислите преимущества шифрования одним ключом двух открытых текстов</a:t>
            </a:r>
          </a:p>
          <a:p>
            <a:pPr marL="114300" indent="0">
              <a:buNone/>
            </a:pPr>
            <a:r>
              <a:rPr lang="ru-RU" sz="1050" dirty="0"/>
              <a:t>Экономия ключевого материала: Не нужно генерировать отдельный ключ для каждого сообщения</a:t>
            </a:r>
          </a:p>
          <a:p>
            <a:pPr marL="114300" indent="0">
              <a:buNone/>
            </a:pPr>
            <a:r>
              <a:rPr lang="ru-RU" sz="1050" dirty="0"/>
              <a:t>Простота реализации: Та же операция XOR для обоих сообщений</a:t>
            </a:r>
          </a:p>
          <a:p>
            <a:pPr marL="114300" indent="0">
              <a:buNone/>
            </a:pPr>
            <a:r>
              <a:rPr lang="ru-RU" sz="1050" dirty="0"/>
              <a:t>Скорость: Нет дополнительных вычислительных затрат</a:t>
            </a:r>
          </a:p>
          <a:p>
            <a:pPr marL="114300" indent="0">
              <a:buNone/>
            </a:pPr>
            <a:r>
              <a:rPr lang="ru-RU" sz="1050" dirty="0"/>
              <a:t>Симметричность: Шифрование и расшифрование выполняются одинаково</a:t>
            </a:r>
          </a:p>
        </p:txBody>
      </p:sp>
    </p:spTree>
    <p:extLst>
      <p:ext uri="{BB962C8B-B14F-4D97-AF65-F5344CB8AC3E}">
        <p14:creationId xmlns:p14="http://schemas.microsoft.com/office/powerpoint/2010/main" val="3863906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ru-RU" dirty="0"/>
              <a:t>В ходе выполнения лабораторной работы было разработано приложение на Python, реализующее шифрование двух текстов одним ключом в режиме однократного гаммирования.</a:t>
            </a:r>
          </a:p>
          <a:p>
            <a:r>
              <a:rPr lang="ru-RU" dirty="0"/>
              <a:t>Экспериментально подтверждено математическое свойство: C1 ⊕ C2 = P1 ⊕ P2.</a:t>
            </a:r>
          </a:p>
          <a:p>
            <a:r>
              <a:rPr lang="ru-RU" dirty="0"/>
              <a:t>Продемонстрирована возможность восстановления второго текста без знания ключа, используя формулу P2 = C1 ⊕ C2 ⊕ P1.</a:t>
            </a:r>
          </a:p>
          <a:p>
            <a:r>
              <a:rPr lang="ru-RU" dirty="0"/>
              <a:t>Показано, что повторное использование ключа для разных сообщений приводит к потере абсолютной стойкости шифра.</a:t>
            </a:r>
          </a:p>
          <a:p>
            <a:r>
              <a:rPr lang="ru-RU" dirty="0"/>
              <a:t>Получены практические навыки работы с HEX-представлением текстов и операцией XOR в криптографии.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542</Words>
  <Application>Microsoft Office PowerPoint</Application>
  <PresentationFormat>Широкоэкранный</PresentationFormat>
  <Paragraphs>50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Тема Office</vt:lpstr>
      <vt:lpstr>Шифрование различных исходных текстов одним ключом</vt:lpstr>
      <vt:lpstr>Цель работы</vt:lpstr>
      <vt:lpstr>Техническое обеспечение</vt:lpstr>
      <vt:lpstr>Код программы (xor_two_texts.py)</vt:lpstr>
      <vt:lpstr>Запуск программы с исходными данными</vt:lpstr>
      <vt:lpstr>Восстановление второго текста без ключа</vt:lpstr>
      <vt:lpstr>Проверка свойства C1 ⊕ C2 = P1 ⊕ P2</vt:lpstr>
      <vt:lpstr>Итеративное восстановление текста</vt:lpstr>
      <vt:lpstr>Контрольные вопросы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19</cp:revision>
  <dcterms:modified xsi:type="dcterms:W3CDTF">2026-05-30T20:36:27Z</dcterms:modified>
</cp:coreProperties>
</file>