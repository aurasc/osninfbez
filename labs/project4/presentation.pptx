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8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1EDBDF1-AB52-7E1D-9A6A-3FD841C7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>
            <a:extLst>
              <a:ext uri="{FF2B5EF4-FFF2-40B4-BE49-F238E27FC236}">
                <a16:creationId xmlns:a16="http://schemas.microsoft.com/office/drawing/2014/main" id="{D2F6B90B-5B8B-337E-B8A2-4948D45C8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>
            <a:extLst>
              <a:ext uri="{FF2B5EF4-FFF2-40B4-BE49-F238E27FC236}">
                <a16:creationId xmlns:a16="http://schemas.microsoft.com/office/drawing/2014/main" id="{9DBDA86A-29BA-8AB1-7560-5B575D9CC8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097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7CF476D5-8B98-C1F2-F79D-A8317831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>
            <a:extLst>
              <a:ext uri="{FF2B5EF4-FFF2-40B4-BE49-F238E27FC236}">
                <a16:creationId xmlns:a16="http://schemas.microsoft.com/office/drawing/2014/main" id="{6223087E-BAEB-0BFF-0DFA-D2B6F2C50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>
            <a:extLst>
              <a:ext uri="{FF2B5EF4-FFF2-40B4-BE49-F238E27FC236}">
                <a16:creationId xmlns:a16="http://schemas.microsoft.com/office/drawing/2014/main" id="{50FBE179-3BBC-B2ED-5BB3-344103B19F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1765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3999" y="2162286"/>
            <a:ext cx="75337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Использование </a:t>
            </a:r>
            <a:r>
              <a:rPr lang="ru-RU" sz="2000" dirty="0" err="1"/>
              <a:t>nikto</a:t>
            </a:r>
            <a:r>
              <a:rPr lang="ru-RU" sz="2000" dirty="0"/>
              <a:t> для сканирования веб-сервера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Освоение базового сканера безопасности веб-серверов </a:t>
            </a:r>
            <a:r>
              <a:rPr lang="ru-RU" dirty="0" err="1"/>
              <a:t>nikto</a:t>
            </a:r>
            <a:endParaRPr lang="ru-RU" dirty="0"/>
          </a:p>
          <a:p>
            <a:pPr marL="228600" lvl="0" indent="-292100">
              <a:buSzPts val="2800"/>
            </a:pPr>
            <a:r>
              <a:rPr lang="ru-RU" dirty="0"/>
              <a:t>Получение практических навыков сканирования веб-приложений</a:t>
            </a:r>
          </a:p>
          <a:p>
            <a:pPr marL="228600" lvl="0" indent="-292100">
              <a:buSzPts val="2800"/>
            </a:pPr>
            <a:r>
              <a:rPr lang="ru-RU" dirty="0"/>
              <a:t>Выявление уязвимостей, вызванных неправильной конфигурацией сервера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Вывод справки </a:t>
            </a:r>
            <a:r>
              <a:rPr lang="en-US" dirty="0" err="1"/>
              <a:t>nikto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4294967295"/>
          </p:nvPr>
        </p:nvSpPr>
        <p:spPr>
          <a:xfrm>
            <a:off x="838200" y="1881188"/>
            <a:ext cx="5067300" cy="4352544"/>
          </a:xfrm>
        </p:spPr>
        <p:txBody>
          <a:bodyPr spcFirstLastPara="1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800"/>
            </a:pPr>
            <a:r>
              <a:rPr lang="en-US" b="0" i="0" u="none" strike="noStrike" cap="none"/>
              <a:t>Запуск nikto с ключом `-Help` для отображения всех доступных опций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6E6FF9-7E43-63A4-13E4-19628DF8C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68854"/>
            <a:ext cx="4397739" cy="3155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Базовое сканирование веб-сервера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Запуск сканирования целевого сервера 178.72.90.181 на стандартном порту 80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DB8E02-C5F3-AC69-4B4D-D01A385D5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56354"/>
            <a:ext cx="9163039" cy="1725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Сканирование с указанием порта и SSL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Указание порта 80 и опции SSL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6DB4D3-81F9-87D3-540D-6D1D8C8BF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04015"/>
            <a:ext cx="8690222" cy="15082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41ABFC8-B94B-0A9C-567F-98E2DDD0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081F8CDD-E491-0359-EE6E-4186E052F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Сохранение результата в </a:t>
            </a:r>
            <a:r>
              <a:rPr lang="en-US" dirty="0"/>
              <a:t>HTML-</a:t>
            </a:r>
            <a:r>
              <a:rPr lang="ru-RU" dirty="0"/>
              <a:t>файл</a:t>
            </a:r>
          </a:p>
        </p:txBody>
      </p:sp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BFF04803-F853-AEA4-B55E-CA9D45132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Запуск сканирования с сохранением отчёта в формате HTML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83E9B6-C206-B280-9D71-7CB392EF1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847752"/>
            <a:ext cx="8755637" cy="145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1BF0A6C-00A7-7DE2-A469-441FB3FE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BD889B86-0522-203F-79FD-0E078D973B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Просмотр отчёта и дополнительные опции</a:t>
            </a:r>
          </a:p>
        </p:txBody>
      </p:sp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7B93FF0D-C5D5-25D7-F367-3996F58251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Просмотр содержимого сохранённого отчёта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93CF28-E99D-47A3-608B-A3EE11571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45304"/>
            <a:ext cx="4708161" cy="363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09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Заключение</a:t>
            </a:r>
            <a:endParaRPr dirty="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ru-RU" dirty="0"/>
              <a:t>В ходе выполнения четвёртого этапа проектной работы был освоен сканер безопасности веб-серверов </a:t>
            </a:r>
            <a:r>
              <a:rPr lang="ru-RU" dirty="0" err="1"/>
              <a:t>nikto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Изучены основные параметры запуска: -h, -p, -</a:t>
            </a:r>
            <a:r>
              <a:rPr lang="ru-RU" dirty="0" err="1"/>
              <a:t>ssl</a:t>
            </a:r>
            <a:r>
              <a:rPr lang="ru-RU" dirty="0"/>
              <a:t>, -Format, -o.</a:t>
            </a:r>
          </a:p>
          <a:p>
            <a:endParaRPr lang="ru-RU" dirty="0"/>
          </a:p>
          <a:p>
            <a:r>
              <a:rPr lang="ru-RU" dirty="0"/>
              <a:t>Выполнено сканирование целевого сервера с сохранением результата в HTML-отчёт.</a:t>
            </a:r>
          </a:p>
          <a:p>
            <a:endParaRPr lang="ru-RU" dirty="0"/>
          </a:p>
          <a:p>
            <a:r>
              <a:rPr lang="ru-RU" dirty="0"/>
              <a:t>Получен практический опыт выявления уязвимостей конфигурации веб-сервера.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186</Words>
  <Application>Microsoft Office PowerPoint</Application>
  <PresentationFormat>Широкоэкранный</PresentationFormat>
  <Paragraphs>33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Использование nikto для сканирования веб-сервера</vt:lpstr>
      <vt:lpstr>Цель работы</vt:lpstr>
      <vt:lpstr>Техническое обеспечение</vt:lpstr>
      <vt:lpstr>Вывод справки nikto</vt:lpstr>
      <vt:lpstr>Базовое сканирование веб-сервера</vt:lpstr>
      <vt:lpstr>Сканирование с указанием порта и SSL</vt:lpstr>
      <vt:lpstr>Сохранение результата в HTML-файл</vt:lpstr>
      <vt:lpstr>Просмотр отчёта и дополнительные опции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13</cp:revision>
  <dcterms:modified xsi:type="dcterms:W3CDTF">2026-05-02T20:12:09Z</dcterms:modified>
</cp:coreProperties>
</file>