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8" r:id="rId3"/>
    <p:sldId id="259" r:id="rId4"/>
    <p:sldId id="260" r:id="rId5"/>
    <p:sldId id="261" r:id="rId6"/>
    <p:sldId id="262" r:id="rId7"/>
    <p:sldId id="266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84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4d6fc6966d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g34d6fc6966d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1523999" y="2162286"/>
            <a:ext cx="753379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 algn="l">
              <a:lnSpc>
                <a:spcPct val="100000"/>
              </a:lnSpc>
              <a:buSzPts val="2000"/>
            </a:pPr>
            <a:r>
              <a:rPr lang="ru-RU" sz="2000" dirty="0"/>
              <a:t>Использование </a:t>
            </a:r>
            <a:r>
              <a:rPr lang="ru-RU" sz="2000" dirty="0" err="1"/>
              <a:t>Hydra</a:t>
            </a:r>
            <a:r>
              <a:rPr lang="ru-RU" sz="2000" dirty="0"/>
              <a:t> для подбора паролей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2621095" y="5601469"/>
            <a:ext cx="64366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Российский университет дружбы народов, Москва, Россия</a:t>
            </a:r>
            <a:r>
              <a:rPr lang="ru-RU" sz="1800" b="0" i="0" u="none" strike="noStrike" cap="none" dirty="0"/>
              <a:t> </a:t>
            </a:r>
            <a:endParaRPr sz="48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8210550" y="3926285"/>
            <a:ext cx="3545238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Работу выполнил: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Смольняков Данил Евгеньевич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НБИбд-0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ru-RU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-24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Цель работы</a:t>
            </a:r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92100">
              <a:buSzPts val="2800"/>
            </a:pPr>
            <a:r>
              <a:rPr lang="ru-RU" dirty="0"/>
              <a:t>Освоение инструмента </a:t>
            </a:r>
            <a:r>
              <a:rPr lang="ru-RU" dirty="0" err="1"/>
              <a:t>Hydra</a:t>
            </a:r>
            <a:r>
              <a:rPr lang="ru-RU" dirty="0"/>
              <a:t> для подбора паролей к веб-формам авторизации методом перебора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dirty="0"/>
              <a:t>Техническое обеспечение</a:t>
            </a:r>
            <a:endParaRPr dirty="0"/>
          </a:p>
        </p:txBody>
      </p:sp>
      <p:sp>
        <p:nvSpPr>
          <p:cNvPr id="104" name="Google Shape;104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Intel Core i3-550 3.2 GHz, </a:t>
            </a:r>
            <a:endParaRPr lang="ru-RU" dirty="0"/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4 GB </a:t>
            </a:r>
            <a:r>
              <a:rPr lang="ru-RU" dirty="0"/>
              <a:t>оперативной памяти, </a:t>
            </a:r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20 </a:t>
            </a:r>
            <a:r>
              <a:rPr lang="en-US" dirty="0"/>
              <a:t>GB </a:t>
            </a:r>
            <a:r>
              <a:rPr lang="ru-RU" dirty="0"/>
              <a:t>свободного места на жёстком диске; </a:t>
            </a:r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ОС </a:t>
            </a:r>
            <a:r>
              <a:rPr lang="en-US" dirty="0"/>
              <a:t>Linux Gentoo </a:t>
            </a:r>
            <a:endParaRPr lang="ru-RU" dirty="0"/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VirtualBox </a:t>
            </a:r>
            <a:r>
              <a:rPr lang="ru-RU" dirty="0" err="1"/>
              <a:t>верс</a:t>
            </a:r>
            <a:r>
              <a:rPr lang="ru-RU" dirty="0"/>
              <a:t>. 6.1 или старше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Установка дистрибутива</a:t>
            </a:r>
          </a:p>
        </p:txBody>
      </p:sp>
      <p:sp>
        <p:nvSpPr>
          <p:cNvPr id="110" name="Google Shape;110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Создан текстовый файл `passlist.txt` с перечнем паролей для перебора</a:t>
            </a: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0954263-4E1F-9928-CF98-9C279FBB2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751166"/>
            <a:ext cx="4491461" cy="35607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Запуск </a:t>
            </a:r>
            <a:r>
              <a:rPr lang="en-US" dirty="0"/>
              <a:t>Hydra</a:t>
            </a:r>
            <a:endParaRPr lang="ru-RU" dirty="0"/>
          </a:p>
        </p:txBody>
      </p:sp>
      <p:sp>
        <p:nvSpPr>
          <p:cNvPr id="117" name="Google Shape;11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Выполнена атака перебором по протоколу HTTP с использованием POST-формы</a:t>
            </a: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EC43260-C694-E088-5732-D05FCBD4A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3204992"/>
            <a:ext cx="6907165" cy="27957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Результат работы</a:t>
            </a:r>
          </a:p>
        </p:txBody>
      </p:sp>
      <p:sp>
        <p:nvSpPr>
          <p:cNvPr id="124" name="Google Shape;124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 err="1"/>
              <a:t>Hydra</a:t>
            </a:r>
            <a:r>
              <a:rPr lang="ru-RU" dirty="0"/>
              <a:t> выполнила 1 попытку (логин </a:t>
            </a:r>
            <a:r>
              <a:rPr lang="ru-RU" dirty="0" err="1"/>
              <a:t>root</a:t>
            </a:r>
            <a:r>
              <a:rPr lang="ru-RU" dirty="0"/>
              <a:t>, пароль </a:t>
            </a:r>
            <a:r>
              <a:rPr lang="ru-RU" dirty="0" err="1"/>
              <a:t>admin</a:t>
            </a:r>
            <a:r>
              <a:rPr lang="ru-RU" dirty="0"/>
              <a:t>)</a:t>
            </a: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E5CBEF4-4A8A-6FE0-748A-38E376D98B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3614664"/>
            <a:ext cx="7613647" cy="13256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dirty="0"/>
              <a:t>Заключение</a:t>
            </a:r>
            <a:endParaRPr dirty="0"/>
          </a:p>
        </p:txBody>
      </p:sp>
      <p:sp>
        <p:nvSpPr>
          <p:cNvPr id="151" name="Google Shape;15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r>
              <a:rPr lang="ru-RU" dirty="0"/>
              <a:t>В ходе выполнения третьего этапа проектной работы был освоен инструмент </a:t>
            </a:r>
            <a:r>
              <a:rPr lang="ru-RU" dirty="0" err="1"/>
              <a:t>Hydra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Выполнен подбор пароля к веб-форме авторизации методом перебора.</a:t>
            </a:r>
          </a:p>
          <a:p>
            <a:endParaRPr lang="ru-RU" dirty="0"/>
          </a:p>
          <a:p>
            <a:r>
              <a:rPr lang="ru-RU" dirty="0"/>
              <a:t>Проанализированы параметры запуска </a:t>
            </a:r>
            <a:r>
              <a:rPr lang="ru-RU" dirty="0" err="1"/>
              <a:t>Hydra</a:t>
            </a:r>
            <a:r>
              <a:rPr lang="ru-RU" dirty="0"/>
              <a:t> для HTTP POST-форм.</a:t>
            </a:r>
          </a:p>
          <a:p>
            <a:endParaRPr lang="ru-RU" dirty="0"/>
          </a:p>
          <a:p>
            <a:r>
              <a:rPr lang="ru-RU" dirty="0"/>
              <a:t>Получен практический опыт работы с переборщиками паролей в ОС </a:t>
            </a:r>
            <a:r>
              <a:rPr lang="ru-RU" dirty="0" err="1"/>
              <a:t>Kali</a:t>
            </a:r>
            <a:r>
              <a:rPr lang="ru-RU" dirty="0"/>
              <a:t> Linux.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146</Words>
  <Application>Microsoft Office PowerPoint</Application>
  <PresentationFormat>Широкоэкранный</PresentationFormat>
  <Paragraphs>27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Calibri</vt:lpstr>
      <vt:lpstr>Тема Office</vt:lpstr>
      <vt:lpstr>Использование Hydra для подбора паролей</vt:lpstr>
      <vt:lpstr>Цель работы</vt:lpstr>
      <vt:lpstr>Техническое обеспечение</vt:lpstr>
      <vt:lpstr>Установка дистрибутива</vt:lpstr>
      <vt:lpstr>Запуск Hydra</vt:lpstr>
      <vt:lpstr>Результат работы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Данил Смольняков</cp:lastModifiedBy>
  <cp:revision>11</cp:revision>
  <dcterms:modified xsi:type="dcterms:W3CDTF">2026-04-11T20:13:22Z</dcterms:modified>
</cp:coreProperties>
</file>