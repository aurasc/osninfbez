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7" r:id="rId8"/>
    <p:sldId id="268" r:id="rId9"/>
    <p:sldId id="266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8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21EDBDF1-AB52-7E1D-9A6A-3FD841C74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>
            <a:extLst>
              <a:ext uri="{FF2B5EF4-FFF2-40B4-BE49-F238E27FC236}">
                <a16:creationId xmlns:a16="http://schemas.microsoft.com/office/drawing/2014/main" id="{D2F6B90B-5B8B-337E-B8A2-4948D45C8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>
            <a:extLst>
              <a:ext uri="{FF2B5EF4-FFF2-40B4-BE49-F238E27FC236}">
                <a16:creationId xmlns:a16="http://schemas.microsoft.com/office/drawing/2014/main" id="{9DBDA86A-29BA-8AB1-7560-5B575D9CC8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097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7CF476D5-8B98-C1F2-F79D-A8317831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>
            <a:extLst>
              <a:ext uri="{FF2B5EF4-FFF2-40B4-BE49-F238E27FC236}">
                <a16:creationId xmlns:a16="http://schemas.microsoft.com/office/drawing/2014/main" id="{6223087E-BAEB-0BFF-0DFA-D2B6F2C500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>
            <a:extLst>
              <a:ext uri="{FF2B5EF4-FFF2-40B4-BE49-F238E27FC236}">
                <a16:creationId xmlns:a16="http://schemas.microsoft.com/office/drawing/2014/main" id="{50FBE179-3BBC-B2ED-5BB3-344103B19F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1765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3999" y="2008398"/>
            <a:ext cx="7533793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Использование </a:t>
            </a:r>
            <a:r>
              <a:rPr lang="ru-RU" sz="2000" dirty="0" err="1"/>
              <a:t>Burp</a:t>
            </a:r>
            <a:r>
              <a:rPr lang="ru-RU" sz="2000" dirty="0"/>
              <a:t> Suite для анализа безопасности веб-приложений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Смольняков Данил Евгеньевич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Освоение инструментария </a:t>
            </a:r>
            <a:r>
              <a:rPr lang="ru-RU" dirty="0" err="1"/>
              <a:t>Burp</a:t>
            </a:r>
            <a:r>
              <a:rPr lang="ru-RU" dirty="0"/>
              <a:t> Suite для анализа безопасности веб-приложений</a:t>
            </a:r>
          </a:p>
          <a:p>
            <a:pPr marL="228600" lvl="0" indent="-292100">
              <a:buSzPts val="2800"/>
            </a:pPr>
            <a:r>
              <a:rPr lang="ru-RU" dirty="0"/>
              <a:t>Получение практических навыков перехвата и модификации HTTP-трафика</a:t>
            </a:r>
          </a:p>
          <a:p>
            <a:pPr marL="228600" lvl="0" indent="-292100">
              <a:buSzPts val="2800"/>
            </a:pPr>
            <a:r>
              <a:rPr lang="ru-RU" dirty="0"/>
              <a:t>Выполнение атаки перебором параметров с использованием </a:t>
            </a:r>
            <a:r>
              <a:rPr lang="ru-RU" dirty="0" err="1"/>
              <a:t>Intruder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Запуск </a:t>
            </a:r>
            <a:r>
              <a:rPr lang="en-US" dirty="0"/>
              <a:t>Burp Suite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4294967295"/>
          </p:nvPr>
        </p:nvSpPr>
        <p:spPr>
          <a:xfrm>
            <a:off x="838200" y="1881188"/>
            <a:ext cx="5067300" cy="4352544"/>
          </a:xfrm>
        </p:spPr>
        <p:txBody>
          <a:bodyPr spcFirstLastPara="1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ru-RU" dirty="0"/>
              <a:t>Запуск приложения </a:t>
            </a:r>
            <a:r>
              <a:rPr lang="en-US" dirty="0"/>
              <a:t>Burp Suite </a:t>
            </a:r>
            <a:r>
              <a:rPr lang="ru-RU" dirty="0"/>
              <a:t>в ОС </a:t>
            </a:r>
            <a:r>
              <a:rPr lang="en-US" dirty="0"/>
              <a:t>Kali Linux</a:t>
            </a:r>
            <a:endParaRPr lang="en-US" b="0" i="0" u="none" strike="noStrike" cap="none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E3443D-CE75-1E30-6A27-90E8565C3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92472"/>
            <a:ext cx="9026251" cy="2044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Настройка </a:t>
            </a:r>
            <a:r>
              <a:rPr lang="ru-RU" dirty="0" err="1"/>
              <a:t>Proxy</a:t>
            </a:r>
            <a:r>
              <a:rPr lang="ru-RU" dirty="0"/>
              <a:t> для перехвата трафика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Настройка слушателя на порту 8080 для перехвата HTTP-трафика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7E0693-F2FD-9BFC-1C9B-875DFD108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13327"/>
            <a:ext cx="10016664" cy="2893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Перехват </a:t>
            </a:r>
            <a:r>
              <a:rPr lang="en-US" dirty="0"/>
              <a:t>HTTP-</a:t>
            </a:r>
            <a:r>
              <a:rPr lang="ru-RU" dirty="0"/>
              <a:t>запроса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Перехват запроса к целевому веб-серверу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1EC130-7480-58F2-926F-844A0476D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00350"/>
            <a:ext cx="9966760" cy="3155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41ABFC8-B94B-0A9C-567F-98E2DDD0E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081F8CDD-E491-0359-EE6E-4186E052F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Настройка </a:t>
            </a:r>
            <a:r>
              <a:rPr lang="ru-RU" dirty="0" err="1"/>
              <a:t>Intruder</a:t>
            </a:r>
            <a:r>
              <a:rPr lang="ru-RU" dirty="0"/>
              <a:t> для атаки перебором</a:t>
            </a:r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BFF04803-F853-AEA4-B55E-CA9D45132A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Отправка запроса в </a:t>
            </a:r>
            <a:r>
              <a:rPr lang="ru-RU" dirty="0" err="1"/>
              <a:t>Intruder</a:t>
            </a:r>
            <a:r>
              <a:rPr lang="ru-RU" dirty="0"/>
              <a:t> и настройка параметров перебора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BD68EC-7451-9B9D-CAE8-84E9A2AA0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63781"/>
            <a:ext cx="9973602" cy="188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E1BF0A6C-00A7-7DE2-A469-441FB3FE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>
            <a:extLst>
              <a:ext uri="{FF2B5EF4-FFF2-40B4-BE49-F238E27FC236}">
                <a16:creationId xmlns:a16="http://schemas.microsoft.com/office/drawing/2014/main" id="{BD889B86-0522-203F-79FD-0E078D973B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Результаты атаки </a:t>
            </a:r>
            <a:r>
              <a:rPr lang="en-US" dirty="0"/>
              <a:t>Intruder</a:t>
            </a:r>
            <a:endParaRPr lang="ru-RU" dirty="0"/>
          </a:p>
        </p:txBody>
      </p:sp>
      <p:sp>
        <p:nvSpPr>
          <p:cNvPr id="124" name="Google Shape;124;p19">
            <a:extLst>
              <a:ext uri="{FF2B5EF4-FFF2-40B4-BE49-F238E27FC236}">
                <a16:creationId xmlns:a16="http://schemas.microsoft.com/office/drawing/2014/main" id="{7B93FF0D-C5D5-25D7-F367-3996F58251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Запуск атаки и анализ результатов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8109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Заключение</a:t>
            </a:r>
            <a:endParaRPr dirty="0"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В ходе выполнения пятого этапа проектной работы был освоен инструментарий </a:t>
            </a:r>
            <a:r>
              <a:rPr lang="ru-RU" dirty="0" err="1"/>
              <a:t>Burp</a:t>
            </a:r>
            <a:r>
              <a:rPr lang="ru-RU" dirty="0"/>
              <a:t> Suite.</a:t>
            </a:r>
          </a:p>
          <a:p>
            <a:r>
              <a:rPr lang="ru-RU" dirty="0"/>
              <a:t>Выполнена атака перебором пароля с помощью </a:t>
            </a:r>
            <a:r>
              <a:rPr lang="ru-RU" dirty="0" err="1"/>
              <a:t>Intruder</a:t>
            </a:r>
            <a:r>
              <a:rPr lang="ru-RU" dirty="0"/>
              <a:t>.</a:t>
            </a:r>
          </a:p>
          <a:p>
            <a:r>
              <a:rPr lang="ru-RU"/>
              <a:t>Проанализированы </a:t>
            </a:r>
            <a:r>
              <a:rPr lang="ru-RU" dirty="0"/>
              <a:t>результаты атаки (различия в длине ответа, статус-коды).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164</Words>
  <Application>Microsoft Office PowerPoint</Application>
  <PresentationFormat>Широкоэкранный</PresentationFormat>
  <Paragraphs>29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Тема Office</vt:lpstr>
      <vt:lpstr>Использование Burp Suite для анализа безопасности веб-приложений</vt:lpstr>
      <vt:lpstr>Цель работы</vt:lpstr>
      <vt:lpstr>Техническое обеспечение</vt:lpstr>
      <vt:lpstr>Запуск Burp Suite</vt:lpstr>
      <vt:lpstr>Настройка Proxy для перехвата трафика</vt:lpstr>
      <vt:lpstr>Перехват HTTP-запроса</vt:lpstr>
      <vt:lpstr>Настройка Intruder для атаки перебором</vt:lpstr>
      <vt:lpstr>Результаты атаки Intruder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14</cp:revision>
  <dcterms:modified xsi:type="dcterms:W3CDTF">2026-05-14T16:21:48Z</dcterms:modified>
</cp:coreProperties>
</file>