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3999" y="2162286"/>
            <a:ext cx="75337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l">
              <a:lnSpc>
                <a:spcPct val="100000"/>
              </a:lnSpc>
              <a:buSzPts val="2000"/>
            </a:pPr>
            <a:r>
              <a:rPr lang="ru-RU" sz="2000" dirty="0"/>
              <a:t>Установка </a:t>
            </a:r>
            <a:r>
              <a:rPr lang="en-US" sz="2000" dirty="0"/>
              <a:t>DVWA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НБИбд-02-24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Цель работы</a:t>
            </a:r>
            <a:endParaRPr dirty="0"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92100">
              <a:buSzPts val="2800"/>
            </a:pPr>
            <a:r>
              <a:rPr lang="ru-RU" dirty="0"/>
              <a:t>Установка </a:t>
            </a:r>
            <a:r>
              <a:rPr lang="en-US" dirty="0"/>
              <a:t>DVWA </a:t>
            </a:r>
            <a:r>
              <a:rPr lang="ru-RU" dirty="0"/>
              <a:t>на виртуальную машину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Установка </a:t>
            </a:r>
            <a:r>
              <a:rPr lang="en-US" dirty="0"/>
              <a:t>DVWA</a:t>
            </a:r>
            <a:endParaRPr lang="ru-RU" dirty="0"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Установка DVWA на виртуальную машину с </a:t>
            </a:r>
            <a:r>
              <a:rPr lang="ru-RU" dirty="0" err="1"/>
              <a:t>гитхаба</a:t>
            </a:r>
            <a:r>
              <a:rPr lang="ru-RU" dirty="0"/>
              <a:t>: https://github.com/digininja/DVWA.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2C719A-4E2C-947C-D12D-CAF7432F7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19276"/>
            <a:ext cx="5925377" cy="24958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Ввод команд из инструкции по установке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Через терминал по инструкции из </a:t>
            </a:r>
            <a:r>
              <a:rPr lang="ru-RU" dirty="0" err="1"/>
              <a:t>гитхаба</a:t>
            </a:r>
            <a:r>
              <a:rPr lang="ru-RU" dirty="0"/>
              <a:t> вводим команды и устанавливаем DVWA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2CB19B-668B-98FB-6C8C-95162FE74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69769"/>
            <a:ext cx="5133975" cy="39231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Вход в </a:t>
            </a:r>
            <a:r>
              <a:rPr lang="en-US" dirty="0"/>
              <a:t>DVWA</a:t>
            </a:r>
            <a:endParaRPr lang="ru-RU" dirty="0"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Заходим на сайт http://localhost/DVWA/setup.php и вводим логин и пароль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5CEDD2-00F0-9DD6-DCEE-E4811551B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72586"/>
            <a:ext cx="5521511" cy="39399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В ходе выполнения второго этапа проектной работы был успешно установлен DVWA на </a:t>
            </a:r>
            <a:r>
              <a:rPr lang="ru-RU" dirty="0" err="1"/>
              <a:t>Kali</a:t>
            </a:r>
            <a:r>
              <a:rPr lang="ru-RU" dirty="0"/>
              <a:t> Linux.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127</Words>
  <Application>Microsoft Office PowerPoint</Application>
  <PresentationFormat>Широкоэкранный</PresentationFormat>
  <Paragraphs>21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Тема Office</vt:lpstr>
      <vt:lpstr>Установка DVWA</vt:lpstr>
      <vt:lpstr>Цель работы</vt:lpstr>
      <vt:lpstr>Техническое обеспечение</vt:lpstr>
      <vt:lpstr>Установка DVWA</vt:lpstr>
      <vt:lpstr>Ввод команд из инструкции по установке</vt:lpstr>
      <vt:lpstr>Вход в DVWA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10</cp:revision>
  <dcterms:modified xsi:type="dcterms:W3CDTF">2026-03-21T07:30:23Z</dcterms:modified>
</cp:coreProperties>
</file>