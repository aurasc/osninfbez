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7" r:id="rId9"/>
    <p:sldId id="26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785BB82-6DBB-B7B2-9EF8-76294D5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04FB32C3-BE8F-56DA-0EC4-8254AF896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AF6650E8-7BBB-1E62-0182-3DD550C73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471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983775"/>
            <a:ext cx="6162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atinLnBrk="1"/>
            <a:r>
              <a:rPr lang="ru-RU" sz="2400" dirty="0"/>
              <a:t>Дискреционное разграничение прав в Linux. </a:t>
            </a:r>
            <a:br>
              <a:rPr lang="en-US" sz="2400" dirty="0"/>
            </a:br>
            <a:r>
              <a:rPr lang="ru-RU" sz="2400" dirty="0"/>
              <a:t>Расширенные атрибуты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atinLnBrk="1"/>
            <a:r>
              <a:rPr lang="ru-RU" dirty="0"/>
              <a:t>Получение практических навыков работы в консоли с расширенными атрибутами файлов в ОС Linux.</a:t>
            </a:r>
          </a:p>
          <a:p>
            <a:pPr latinLnBrk="1"/>
            <a:r>
              <a:rPr lang="ru-RU" dirty="0"/>
              <a:t>Изучение механизмов дискреционного разграничения доступа с использованием атрибутов `a` и `i`.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Установка расширенного атрибута </a:t>
            </a:r>
            <a:r>
              <a:rPr lang="en-US" dirty="0"/>
              <a:t>a</a:t>
            </a:r>
            <a:endParaRPr lang="ru-RU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От имени пользователя `</a:t>
            </a:r>
            <a:r>
              <a:rPr lang="ru-RU" dirty="0" err="1"/>
              <a:t>guest</a:t>
            </a:r>
            <a:r>
              <a:rPr lang="ru-RU" dirty="0"/>
              <a:t>` была проверена начальная конфигурация файла `/</a:t>
            </a:r>
            <a:r>
              <a:rPr lang="ru-RU" dirty="0" err="1"/>
              <a:t>home</a:t>
            </a:r>
            <a:r>
              <a:rPr lang="ru-RU" dirty="0"/>
              <a:t>/</a:t>
            </a:r>
            <a:r>
              <a:rPr lang="ru-RU" dirty="0" err="1"/>
              <a:t>guest</a:t>
            </a:r>
            <a:r>
              <a:rPr lang="ru-RU" dirty="0"/>
              <a:t>/dir1/file1`. При попытке установить расширенный атрибут `a` от обычного пользователя получен отказ. После повышения привилегий до суперпользователя атрибут `a` был успешно установлен.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551CC5-E189-58D9-5E71-6BF0EF98C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98058"/>
            <a:ext cx="5181600" cy="25948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Проверка работы атрибута </a:t>
            </a:r>
            <a:r>
              <a:rPr lang="en-US" dirty="0"/>
              <a:t>a</a:t>
            </a:r>
            <a:endParaRPr lang="ru-RU" dirty="0"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При установленном атрибуте a была выполнена </a:t>
            </a:r>
            <a:r>
              <a:rPr lang="ru-RU" dirty="0" err="1"/>
              <a:t>дозапись</a:t>
            </a:r>
            <a:r>
              <a:rPr lang="ru-RU" dirty="0"/>
              <a:t> слова «</a:t>
            </a:r>
            <a:r>
              <a:rPr lang="ru-RU" dirty="0" err="1"/>
              <a:t>test</a:t>
            </a:r>
            <a:r>
              <a:rPr lang="ru-RU" dirty="0"/>
              <a:t>» в файл с помощью оператора &gt;&gt;. Операция завершилась успешно. Попытки перезаписать файл (&gt;), удалить или переименовать его завершились ошибкой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D42997-28BA-7027-9168-24AB53D0D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705097"/>
            <a:ext cx="6720387" cy="2471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Попытка изменения прав при атрибуте a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При активном атрибуте a была предпринята попытка изменить стандартные права доступа к файлу с помощью </a:t>
            </a:r>
            <a:r>
              <a:rPr lang="ru-RU" dirty="0" err="1"/>
              <a:t>chmod</a:t>
            </a:r>
            <a:r>
              <a:rPr lang="ru-RU" dirty="0"/>
              <a:t>. Команда завершилась ошибкой, что подтверждает блокировку любых изменений метаданных файла.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84CB6C-7DAA-8F40-C3C2-2C1C8D279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24213"/>
            <a:ext cx="7634768" cy="16050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Снятие атрибута a и проверка операций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От имени суперпользователя был снят атрибут a с файла. После этого операции перезаписи, удаления и переименования стали доступны для обычного пользователя.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14B95A-3A37-9BBA-69C4-7E0BA6404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03755"/>
            <a:ext cx="7421341" cy="11287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64A98DEC-3427-C21B-F575-C01BE345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F9C69A8B-CB94-98C7-B20C-96C511F55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Установка атрибута </a:t>
            </a:r>
            <a:r>
              <a:rPr lang="en-US" dirty="0" err="1"/>
              <a:t>i</a:t>
            </a:r>
            <a:endParaRPr dirty="0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6258E253-CC75-5931-7718-0CFEE5C82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На файл был установлен расширенный атрибут i от имени суперпользователя. При попытках </a:t>
            </a:r>
            <a:r>
              <a:rPr lang="ru-RU" dirty="0" err="1"/>
              <a:t>дозаписи</a:t>
            </a:r>
            <a:r>
              <a:rPr lang="ru-RU" dirty="0"/>
              <a:t>, перезаписи, удаления или переименования файла все операции завершились ошибкой. Атрибут i обеспечивает более строгую защиту, чем a, полностью блокируя любые изменения файла и его метаданных.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CD3F38-ABDD-43C0-FF31-743888CD3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76654"/>
            <a:ext cx="7008214" cy="146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1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ходе выполнения лабораторной работы №4 были получены практические навыки работы с расширенными атрибутами файлов a и i в ОС Linux.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308</Words>
  <Application>Microsoft Office PowerPoint</Application>
  <PresentationFormat>Широкоэкранный</PresentationFormat>
  <Paragraphs>26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Дискреционное разграничение прав в Linux.  Расширенные атрибуты</vt:lpstr>
      <vt:lpstr>Цель работы</vt:lpstr>
      <vt:lpstr>Техническое обеспечение</vt:lpstr>
      <vt:lpstr>Установка расширенного атрибута a</vt:lpstr>
      <vt:lpstr>Проверка работы атрибута a</vt:lpstr>
      <vt:lpstr>Попытка изменения прав при атрибуте a</vt:lpstr>
      <vt:lpstr>Снятие атрибута a и проверка операций</vt:lpstr>
      <vt:lpstr>Установка атрибута i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8</cp:revision>
  <dcterms:modified xsi:type="dcterms:W3CDTF">2026-04-04T19:57:33Z</dcterms:modified>
</cp:coreProperties>
</file>